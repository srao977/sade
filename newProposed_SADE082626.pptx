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7C70-5C90-D608-4FBF-FD6E99C36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E4111-9687-CE43-2F15-A7E9CDE7E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062B8-3F25-883C-BA4C-135CFC09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6A26-93F6-C383-F9B6-64B22728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7690-76D3-0A8C-5484-AC2C2714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1BD7-15E0-75CB-7284-D854910F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0F3A-344B-C28B-C1C7-782B7E47B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F0E9-CEA3-31EE-B38A-EE12E5C3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382B-3197-D6D3-C2A9-A44E1EF4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9DEFC-1865-EABC-18EA-64E43032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F6B4-5F0F-2F60-C1AA-E0289610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8A215-A3A4-BE6B-D079-3231B016C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CEE35-1FCB-0EE2-D1B7-CA04D9CA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E54F-C2FF-12FE-BC94-956ED272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AD522-DB18-CE99-4C37-797D91DA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474D-C663-457F-F19C-A700B0C8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C0FE8-3B88-B907-BB9B-88443010B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DAF8E-D0D3-4ED6-DF1B-DF55A845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79ADF-8546-DD0D-25BA-63225A95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58FE0-9CA3-800C-EAB7-C1B13FC6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ED59A-14D6-8CCA-D6FF-702E2950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2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FDC9-6131-E53A-9FA1-3C6572AA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53598-86D8-F347-2161-D914268E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AC649-1630-8F42-E21C-1C2B1BB4C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ED3CE-5E85-3114-FA59-A43B6E1EE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EBA9B-51B9-CAC9-2080-04FA3E226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1A135-E18F-C5E2-7D52-790A3C4A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2E254-185D-C369-C985-53399EA6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83E1A-D917-463A-F668-EF677E4F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2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4190-6512-B0E1-643C-E623989B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609859-257E-6572-D723-4D6CAEBE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A4050E-32CF-BF56-C814-52093587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05932-6971-F669-23B5-E77F2FCD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96513-1B31-42DB-C23A-DDF8B2F19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3BBB0-E3BA-8864-914E-0BEF4E9E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DCA15-EF02-C7FB-F9F9-4E704955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5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7A39-A1B4-F5F8-CE0C-35A9848F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A6E01-EC9C-1052-67A7-F0C92A6A7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C7CED-0C37-CE00-DF4C-0A52A598B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03231-CDBC-4EAC-B4AA-A0E4FFC2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63535-4FF9-F2CC-5EE0-FF42683F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47390-A5C5-D334-CE74-F9650ECD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2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FAC4-B660-5A99-D3CC-8B0BBC0E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B6D06-C6E7-E445-C6DD-19C66714B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192A3-1F89-E583-8CB0-BF05D3A8A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36B7B-8EA8-A80D-406F-F0625E98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1E44C-AE25-2D1F-62D3-C90DDF4B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95AE7-825A-E7FD-ACC7-AACF5E33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0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86C3-8D08-248C-D2EB-B634C39E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E990C-8CA7-08DB-F2E6-ADEFE2722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68BE6-CEBF-6403-DD22-B2DE106CF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D00A-4311-56AD-3CEB-D98C0004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1ECE-5FD9-612B-51D1-0AADF58F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6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1FFA5-76D5-CAD5-FD39-F914425DF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DAF16-3BEB-7061-959D-4D9BA0B94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4E92F-8B0A-EE4D-5D33-988E4E34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4A1D0-7DAD-61B1-ED11-9CD741BE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7409E-C4C7-1169-16DE-60D40892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AF84B-6F11-D5A3-E960-06B425D5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8DC0A-32C8-D818-8311-4321E43DA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E05C-C2DD-A5E2-80F2-10D0A58C9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4F6C9-FC36-4295-9FDC-A592E928DB1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88130-8E12-5FDA-3383-FF3B97E32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44A8E-173C-E1F5-7DFB-3D2EA8D8F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3B252-1263-4BA9-B5D3-1F505C729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8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5D9AD3C-4DD8-C4E9-5626-576CAD618E03}"/>
              </a:ext>
            </a:extLst>
          </p:cNvPr>
          <p:cNvSpPr/>
          <p:nvPr/>
        </p:nvSpPr>
        <p:spPr>
          <a:xfrm>
            <a:off x="4183380" y="594360"/>
            <a:ext cx="3383197" cy="330680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0832B-D737-477C-E075-D7342783F39B}"/>
              </a:ext>
            </a:extLst>
          </p:cNvPr>
          <p:cNvSpPr txBox="1"/>
          <p:nvPr/>
        </p:nvSpPr>
        <p:spPr>
          <a:xfrm>
            <a:off x="857250" y="129540"/>
            <a:ext cx="323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SADE design – August 26,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62DA6-101C-F97A-B605-C3E8B3BC66D0}"/>
              </a:ext>
            </a:extLst>
          </p:cNvPr>
          <p:cNvSpPr/>
          <p:nvPr/>
        </p:nvSpPr>
        <p:spPr>
          <a:xfrm>
            <a:off x="683260" y="1699022"/>
            <a:ext cx="2245360" cy="93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gRPC</a:t>
            </a:r>
            <a:r>
              <a:rPr lang="en-US" dirty="0"/>
              <a:t> Go server for input streaming AAPL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638F0-6E2D-CDA3-8C75-94776B016916}"/>
              </a:ext>
            </a:extLst>
          </p:cNvPr>
          <p:cNvSpPr/>
          <p:nvPr/>
        </p:nvSpPr>
        <p:spPr>
          <a:xfrm>
            <a:off x="4857750" y="1363742"/>
            <a:ext cx="1565910" cy="605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Adaptive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5146A-BC21-4486-E545-23499FE7A617}"/>
              </a:ext>
            </a:extLst>
          </p:cNvPr>
          <p:cNvSpPr/>
          <p:nvPr/>
        </p:nvSpPr>
        <p:spPr>
          <a:xfrm>
            <a:off x="4857750" y="2469277"/>
            <a:ext cx="1565910" cy="605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Pricing Pipeline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264691E-8F90-883F-9A60-5A13BB1D9B3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928620" y="1666637"/>
            <a:ext cx="1929130" cy="4997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BA23F3-86C5-103C-BDE1-A48063C710D1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640705" y="1969532"/>
            <a:ext cx="0" cy="499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0F9989-5156-273D-9981-4EA672D23D3D}"/>
              </a:ext>
            </a:extLst>
          </p:cNvPr>
          <p:cNvCxnSpPr>
            <a:stCxn id="6" idx="3"/>
          </p:cNvCxnSpPr>
          <p:nvPr/>
        </p:nvCxnSpPr>
        <p:spPr>
          <a:xfrm>
            <a:off x="6423660" y="1666637"/>
            <a:ext cx="1074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885F91-517F-942A-0ED0-60E20E3E8B78}"/>
              </a:ext>
            </a:extLst>
          </p:cNvPr>
          <p:cNvCxnSpPr/>
          <p:nvPr/>
        </p:nvCxnSpPr>
        <p:spPr>
          <a:xfrm>
            <a:off x="6423660" y="2781697"/>
            <a:ext cx="10744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5EB22B-325B-C755-BF25-6CEB26F7E48B}"/>
              </a:ext>
            </a:extLst>
          </p:cNvPr>
          <p:cNvSpPr txBox="1"/>
          <p:nvPr/>
        </p:nvSpPr>
        <p:spPr>
          <a:xfrm>
            <a:off x="7498080" y="1481971"/>
            <a:ext cx="2583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output for decision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D9162-0615-7C92-A97F-62388472F04C}"/>
              </a:ext>
            </a:extLst>
          </p:cNvPr>
          <p:cNvSpPr txBox="1"/>
          <p:nvPr/>
        </p:nvSpPr>
        <p:spPr>
          <a:xfrm>
            <a:off x="7566577" y="2587506"/>
            <a:ext cx="2583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output for decision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ED0477-9055-6693-30B6-E66B50A7DB91}"/>
              </a:ext>
            </a:extLst>
          </p:cNvPr>
          <p:cNvSpPr txBox="1"/>
          <p:nvPr/>
        </p:nvSpPr>
        <p:spPr>
          <a:xfrm>
            <a:off x="1485900" y="994410"/>
            <a:ext cx="165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design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1E6C8-0DC8-0E7B-14E3-D0EF9E63E61A}"/>
              </a:ext>
            </a:extLst>
          </p:cNvPr>
          <p:cNvSpPr txBox="1"/>
          <p:nvPr/>
        </p:nvSpPr>
        <p:spPr>
          <a:xfrm>
            <a:off x="5007431" y="691515"/>
            <a:ext cx="140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in Python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2CA015-40A9-FF34-B1A3-7B62400E2CD4}"/>
              </a:ext>
            </a:extLst>
          </p:cNvPr>
          <p:cNvSpPr txBox="1"/>
          <p:nvPr/>
        </p:nvSpPr>
        <p:spPr>
          <a:xfrm>
            <a:off x="789673" y="3752494"/>
            <a:ext cx="23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Proposed new design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2019AE-F58A-AF50-0FAD-7B5D56FCAF30}"/>
              </a:ext>
            </a:extLst>
          </p:cNvPr>
          <p:cNvSpPr txBox="1"/>
          <p:nvPr/>
        </p:nvSpPr>
        <p:spPr>
          <a:xfrm>
            <a:off x="1113692" y="4190126"/>
            <a:ext cx="868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New Go server/engine that replaces all python </a:t>
            </a:r>
            <a:r>
              <a:rPr lang="en-US" sz="1400" dirty="0" err="1"/>
              <a:t>maths</a:t>
            </a:r>
            <a:r>
              <a:rPr lang="en-US" sz="1400" dirty="0"/>
              <a:t> with go </a:t>
            </a:r>
            <a:r>
              <a:rPr lang="en-US" sz="1400" dirty="0" err="1"/>
              <a:t>maths</a:t>
            </a:r>
            <a:r>
              <a:rPr lang="en-US" sz="1400" dirty="0"/>
              <a:t> </a:t>
            </a:r>
            <a:r>
              <a:rPr lang="en-US" sz="1400" dirty="0" err="1"/>
              <a:t>linraries</a:t>
            </a:r>
            <a:r>
              <a:rPr lang="en-US" sz="1400" dirty="0"/>
              <a:t> except for </a:t>
            </a:r>
            <a:r>
              <a:rPr lang="en-US" sz="1400" dirty="0" err="1"/>
              <a:t>RK45</a:t>
            </a:r>
            <a:r>
              <a:rPr lang="en-US" sz="1400" dirty="0"/>
              <a:t>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 </a:t>
            </a:r>
            <a:r>
              <a:rPr lang="en-US" sz="1400" dirty="0" err="1"/>
              <a:t>gRPC</a:t>
            </a:r>
            <a:r>
              <a:rPr lang="en-US" sz="1400" dirty="0"/>
              <a:t> server will be the new </a:t>
            </a:r>
            <a:r>
              <a:rPr lang="en-US" sz="1400" dirty="0" err="1"/>
              <a:t>adaptive_pipeline</a:t>
            </a:r>
            <a:r>
              <a:rPr lang="en-US" sz="1400" dirty="0"/>
              <a:t> and </a:t>
            </a:r>
            <a:r>
              <a:rPr lang="en-US" sz="1400" dirty="0" err="1"/>
              <a:t>pricing_pipeline</a:t>
            </a:r>
            <a:r>
              <a:rPr lang="en-US" sz="1400" dirty="0"/>
              <a:t> except for </a:t>
            </a:r>
            <a:r>
              <a:rPr lang="en-US" sz="1400" dirty="0" err="1"/>
              <a:t>maths</a:t>
            </a:r>
            <a:r>
              <a:rPr lang="en-US" sz="1400" dirty="0"/>
              <a:t> routines that cannot be done in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will be tight state coupling between Go and Python via </a:t>
            </a:r>
            <a:r>
              <a:rPr lang="en-US" sz="1400" dirty="0" err="1"/>
              <a:t>gRPC</a:t>
            </a:r>
            <a:r>
              <a:rPr lang="en-US" sz="1400" dirty="0"/>
              <a:t> messages bidirectionally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 handle potentially thousands of stream owners (stocks, </a:t>
            </a:r>
            <a:r>
              <a:rPr lang="en-US" sz="1400" dirty="0" err="1"/>
              <a:t>ETFSs</a:t>
            </a:r>
            <a:r>
              <a:rPr lang="en-US" sz="1400" dirty="0"/>
              <a:t> </a:t>
            </a:r>
            <a:r>
              <a:rPr lang="en-US" sz="1400" dirty="0" err="1"/>
              <a:t>etc</a:t>
            </a:r>
            <a:r>
              <a:rPr lang="en-US" sz="1400" dirty="0"/>
              <a:t>) Go state vectors/parallel processing will be more efficient by moving 90% of </a:t>
            </a:r>
            <a:r>
              <a:rPr lang="en-US" sz="1400" dirty="0" err="1"/>
              <a:t>maths</a:t>
            </a:r>
            <a:r>
              <a:rPr lang="en-US" sz="1400" dirty="0"/>
              <a:t> processing to Go routines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main decision engine that will issue orders will also be in 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On the Input side, let’s have the current Go server modified to manage multiple input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main Go pipeline engine now will also need a controller function to manage state partitions to handle thousands of owner data through to the final decisions and order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will also be a Go order issue generator and controller at the final gate which will be microservices based </a:t>
            </a:r>
            <a:r>
              <a:rPr lang="en-US" sz="1400" dirty="0" err="1"/>
              <a:t>gRPC</a:t>
            </a:r>
            <a:r>
              <a:rPr lang="en-US" sz="1400" dirty="0"/>
              <a:t> engine</a:t>
            </a:r>
          </a:p>
        </p:txBody>
      </p:sp>
    </p:spTree>
    <p:extLst>
      <p:ext uri="{BB962C8B-B14F-4D97-AF65-F5344CB8AC3E}">
        <p14:creationId xmlns:p14="http://schemas.microsoft.com/office/powerpoint/2010/main" val="369731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chino Rao</dc:creator>
  <cp:lastModifiedBy>chino Rao</cp:lastModifiedBy>
  <cp:revision>2</cp:revision>
  <dcterms:created xsi:type="dcterms:W3CDTF">2026-08-26T17:09:26Z</dcterms:created>
  <dcterms:modified xsi:type="dcterms:W3CDTF">2026-08-26T17:15:36Z</dcterms:modified>
</cp:coreProperties>
</file>